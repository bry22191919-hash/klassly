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993" autoAdjust="0"/>
  </p:normalViewPr>
  <p:slideViewPr>
    <p:cSldViewPr snapToGrid="0" snapToObjects="1">
      <p:cViewPr varScale="1">
        <p:scale>
          <a:sx n="47" d="100"/>
          <a:sy n="47" d="100"/>
        </p:scale>
        <p:origin x="2035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10074-E5DA-417B-BDB8-7366FEC0DB24}" type="datetimeFigureOut">
              <a:rPr lang="en-PH" smtClean="0"/>
              <a:t>27/11/2025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12DAD-662E-4C9F-9705-1AEB30E911D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0453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ang array?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Isipin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niyo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itong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cabinet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drawer. 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drawer,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lang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maglagay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ng bagay,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halimbawa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papeles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lang. 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pinaka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-important, once you build this cabinet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5 drawers,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bigyan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ika-6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drawer.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 size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kaya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gamitin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array?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Dalawa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lang naman: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icdeclare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kuhanin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"First, to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array, you need 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sabihin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 type of data 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lalagay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tapos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square brackets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 ng array mo.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gumawa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empty array by specifying the size, like this:"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numbers = new int[5]; //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Magagawa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ng array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5 slots for numbers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kung meron ka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values,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-declare at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-assign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sabay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String[] names = {"Ana", "Ben", "Cara"}; // May array ka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3 names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 have an array, you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their position, or what we call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super important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part: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 arrays use a 0-based index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 element,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0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ha? Hindi one. Yung second element,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1, at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ganun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ulit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"For our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array, to get the first name, 'Ana',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gagamitin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names[0]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get 'Cara',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names[2]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naman.“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"May two very important notes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niyo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always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tandaan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working with arrays."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"First, as I've said,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palakihin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paliitin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gumawa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ng array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size 5, 5 forever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palitan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values inside,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mag-add ng ika-6. Kasi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ang need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might want to look at other structures like an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ArrayList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"Second, be very careful with your indices. Kung try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-access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—like index 3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hanggang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2 lang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—Java will throw an error called an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ArrayIndexOutOfBoundsException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pinakacommon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baguhan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always check your indices, ha?"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8836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talk about adding values. When you declare an array with a fixed size,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mayroon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default value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lahat—for numbers, that's 0. To 'add' your own values, you just assign them to specific index positions."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flow:"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Gumawa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ng array with a fixed size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scores = new int[4]; //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Magagawa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ng array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[0, 0, 0, 0]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Lagyan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values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scores[0] = 95;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scores[1] = 88;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scores[2] = 76;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scores[3] = 99;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"Now, our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 contains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{95, 88, 76, 99}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You're just replacing the default values with your own."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5200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 values is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medyo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tricky kasi, as we've established, fixed size ang array. You cannot just delete an element from the middle. Ang usual way is to create a new, smaller array at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icopy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gusto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iwan."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"Let's say gusto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nating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tanggalin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score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'76'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 natin, which is at index 2."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Original array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originalScores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{95, 88, 76, 99};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1.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Gumawa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ng new, smaller array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newScores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new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originalScores.length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- 1]; // Size is 3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2. I-copy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elements, skip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tatanggalin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indexToRemove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2;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newIndex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(int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originalScores.length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Kung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current index ay HINDI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tatanggalin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!=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indexToRemove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...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icopy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array.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newScores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newIndex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originalScores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newIndex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"After this loop,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newScores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contain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{95, 88, 99}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Successfully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'removed' natin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 by creating a new array without it."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77557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"Minsan, gusto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gawin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something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 ng array. For that, we use loops. May two common ways to loop through an array."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"First is the traditional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loop with a counter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useful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kailangan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malaman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ng element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pinagagawaan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mo.“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String[] fruits = {"Mangga", "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Saging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"Apple"};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(int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fruits.length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("Fruit at index " +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" ay " + fruits[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second, and often mas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madali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the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for-each loop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perfect kung gusto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-access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 one by one at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 concerned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index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(String fruit : fruits) {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("Gusto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kumain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" + fruit);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"Mas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maganda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basahin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for-each loop,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diba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8393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lives easier, may built-in class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 called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helpful methods para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 operations. Let's look at some of the most common ones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we have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length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Hindi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method, ha? Property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bawat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array. Ito 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sasabihin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iyo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elements 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pwede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ipasok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array.“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data = {10, 20, 30, 40};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data.length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Ito ang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magpi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-print ng 4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"Next is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clone()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method creates a copy of your array. So you'll have a new array with the exact same contents,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separate object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siya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 if you modify the copy,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ma-affect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original.“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original = {1, 2, 3};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copy =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original.clone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copy[0] = 99;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original is still {1, 2, 3}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copy is now {99, 2, 3}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4061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"Eto,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mga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methods from the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java.util.Arrays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class, so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kelangan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niyo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-import. 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is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Arrays.toString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-print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 directly,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lalabas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weird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character,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 address.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method gives you a nice, readable string representation.“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java.util.Arrays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numbers = {5, 1, 4, 2, 3};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(numbers); //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Nagpi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-print ng [I@15db9742 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useful)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Arrays.toString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(numbers)); //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Nagpi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-print ng [5, 1, 4, 2, 3]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"Next is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Arrays.sort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Powerful method 'to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nagso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-sort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elements ng array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ascending order, in place."</a:t>
            </a:r>
          </a:p>
          <a:p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Arrays.sort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(numbers);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Arrays.toString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(numbers)); //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Ngayon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[1, 2, 3, 4, 5]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ang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laman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0987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"Lastly, we have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Arrays.equals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Common mistake is to use the double equals 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compare arrays. This checks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pareho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object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memory,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hindi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pareho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yung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contents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 properly check kung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pareho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ang contents ng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dalawang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arrays, you must use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Arrays.equals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a = {1, 2, 3};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int[] b = {1, 2, 3};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 c = {1, 2, </a:t>
            </a:r>
            <a:r>
              <a:rPr lang="en-PH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4};</a:t>
            </a:r>
          </a:p>
          <a:p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== b); // false, separate objects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sila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Arrays.equals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(a, b)); // true,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pareho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ang contents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</a:t>
            </a:r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System.out.println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Arrays.equals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(a, c)); // false,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magkaiba</a:t>
            </a: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ang contents </a:t>
            </a:r>
            <a:r>
              <a:rPr lang="en-P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nila</a:t>
            </a: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12DAD-662E-4C9F-9705-1AEB30E911DA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2128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F08C82-8B05-E601-7689-8C7633AEE666}"/>
              </a:ext>
            </a:extLst>
          </p:cNvPr>
          <p:cNvSpPr/>
          <p:nvPr/>
        </p:nvSpPr>
        <p:spPr>
          <a:xfrm>
            <a:off x="1589741" y="1054847"/>
            <a:ext cx="8881036" cy="4748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3481" y="749763"/>
            <a:ext cx="7315201" cy="5178896"/>
          </a:xfrm>
        </p:spPr>
        <p:txBody>
          <a:bodyPr>
            <a:normAutofit/>
          </a:bodyPr>
          <a:lstStyle/>
          <a:p>
            <a:r>
              <a:rPr sz="4800" b="1" dirty="0">
                <a:latin typeface="Arial Black" panose="020B0604020202020204" pitchFamily="34" charset="0"/>
                <a:cs typeface="Arial Black" panose="020B0604020202020204" pitchFamily="34" charset="0"/>
              </a:rPr>
              <a:t>Operations on Arrays in Java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18F572-65F7-CBA6-DA9A-E12C5114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741" y="4049522"/>
            <a:ext cx="8462683" cy="82727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Reported by: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Dhenise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Ices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Dela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Cruz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006" y="1327936"/>
            <a:ext cx="10438235" cy="525542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sz="9600" dirty="0"/>
              <a:t>Stores multiple values of the same type in a fixed-size structure</a:t>
            </a:r>
          </a:p>
          <a:p>
            <a:pPr marL="0" indent="0">
              <a:buNone/>
            </a:pPr>
            <a:endParaRPr lang="en-US" sz="9600" dirty="0"/>
          </a:p>
          <a:p>
            <a:pPr marL="0" indent="0">
              <a:buNone/>
            </a:pPr>
            <a:r>
              <a:rPr sz="9600" dirty="0"/>
              <a:t>How:</a:t>
            </a:r>
          </a:p>
          <a:p>
            <a:pPr marL="0" indent="0">
              <a:buNone/>
            </a:pPr>
            <a:r>
              <a:rPr lang="en-US" sz="9600" dirty="0"/>
              <a:t>	</a:t>
            </a:r>
            <a:r>
              <a:rPr sz="9600" dirty="0"/>
              <a:t>- Declare array with type and size or values</a:t>
            </a:r>
          </a:p>
          <a:p>
            <a:pPr marL="0" indent="0">
              <a:buNone/>
            </a:pPr>
            <a:r>
              <a:rPr lang="en-US" sz="9600" dirty="0"/>
              <a:t>	</a:t>
            </a:r>
            <a:r>
              <a:rPr sz="9600" dirty="0"/>
              <a:t>- Access elements using 0-based index</a:t>
            </a:r>
            <a:endParaRPr lang="en-PH" sz="9600" dirty="0"/>
          </a:p>
          <a:p>
            <a:pPr marL="0" indent="0">
              <a:buNone/>
            </a:pPr>
            <a:endParaRPr sz="9600" dirty="0"/>
          </a:p>
          <a:p>
            <a:pPr marL="0" indent="0">
              <a:buNone/>
            </a:pPr>
            <a:r>
              <a:rPr sz="9600" dirty="0"/>
              <a:t>Example:</a:t>
            </a:r>
          </a:p>
          <a:p>
            <a:pPr marL="0" indent="0">
              <a:buNone/>
            </a:pPr>
            <a:r>
              <a:rPr lang="en-US" sz="9600" dirty="0"/>
              <a:t>			int[] numbers = new int[5]; </a:t>
            </a:r>
          </a:p>
          <a:p>
            <a:pPr marL="0" indent="0">
              <a:buNone/>
            </a:pPr>
            <a:r>
              <a:rPr lang="en-US" sz="9600" dirty="0"/>
              <a:t>or</a:t>
            </a:r>
          </a:p>
          <a:p>
            <a:pPr marL="0" indent="0">
              <a:buNone/>
            </a:pPr>
            <a:r>
              <a:rPr lang="en-US" sz="9600" dirty="0"/>
              <a:t>			String[] names = {"Ana", "Ben", "Cara"}; </a:t>
            </a:r>
            <a:r>
              <a:rPr sz="9600" dirty="0"/>
              <a:t>Notes:</a:t>
            </a:r>
            <a:endParaRPr lang="en-PH" sz="9600" dirty="0"/>
          </a:p>
          <a:p>
            <a:pPr marL="0" indent="0">
              <a:buNone/>
            </a:pPr>
            <a:endParaRPr lang="en-PH" sz="9600" dirty="0"/>
          </a:p>
          <a:p>
            <a:pPr marL="0" indent="0">
              <a:buNone/>
            </a:pPr>
            <a:endParaRPr sz="9600" dirty="0"/>
          </a:p>
          <a:p>
            <a:pPr marL="0" indent="0">
              <a:buNone/>
            </a:pPr>
            <a:r>
              <a:rPr lang="en-US" sz="9600" dirty="0"/>
              <a:t>	</a:t>
            </a:r>
            <a:r>
              <a:rPr sz="9600" dirty="0"/>
              <a:t>- Arrays cannot grow/shrink dynamically</a:t>
            </a:r>
          </a:p>
          <a:p>
            <a:pPr marL="0" indent="0">
              <a:buNone/>
            </a:pPr>
            <a:r>
              <a:rPr lang="en-US" sz="8000" dirty="0"/>
              <a:t>	</a:t>
            </a:r>
            <a:r>
              <a:rPr sz="9600" dirty="0"/>
              <a:t>- I</a:t>
            </a:r>
            <a:r>
              <a:rPr lang="en-PH" sz="9600" dirty="0"/>
              <a:t>n</a:t>
            </a:r>
            <a:r>
              <a:rPr sz="9600" dirty="0" err="1"/>
              <a:t>dex</a:t>
            </a:r>
            <a:r>
              <a:rPr sz="9600" dirty="0"/>
              <a:t> out of bounds causes error</a:t>
            </a:r>
            <a:endParaRPr sz="7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Adding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5349"/>
            <a:ext cx="10684042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dirty="0"/>
              <a:t>Assign values to specific array index positions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How: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Create array with fixed size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Assign values to each index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lang="en-US" dirty="0"/>
              <a:t>		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AF47B-7E96-FDBD-78E4-728DDC588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32" y="4523834"/>
            <a:ext cx="4430742" cy="1857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Removing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-	</a:t>
            </a:r>
            <a:r>
              <a:rPr dirty="0"/>
              <a:t>Arrays cannot remove elements directly; create a new array instead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How: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Create new smaller array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Copy all elements except the one to remove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99C0E-8CBA-EBFF-F2A5-47C322B94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36" y="4721789"/>
            <a:ext cx="5232259" cy="1757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Looping Through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49366"/>
            <a:ext cx="10539663" cy="539415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Arrays are looped through using a counter or a for-each loop to access each element.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Loop:									For-each Loop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7FB68-755A-B3D9-3C3F-00C1CB204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66" y="3946445"/>
            <a:ext cx="4966907" cy="125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5F8286-1CDF-51B9-F87C-8C7B846E7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867" y="3946443"/>
            <a:ext cx="4835862" cy="1252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Array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length</a:t>
            </a:r>
            <a:r>
              <a:rPr lang="en-US" dirty="0"/>
              <a:t> — Returns the total number of elements.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clone()</a:t>
            </a:r>
            <a:r>
              <a:rPr lang="en-US" dirty="0"/>
              <a:t> — Creates a copy of the array.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BF8FF-02E6-C18D-D9D4-43775E8B6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281" y="2206478"/>
            <a:ext cx="5388919" cy="1236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FD854B-6E81-BE55-F87A-0E758E8D8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281" y="4767023"/>
            <a:ext cx="5388918" cy="981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07C0-6091-D5FC-A2B5-2DF2888C3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8BD5-F59D-9CCA-A6AD-9D871F18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AFE42-BEE0-F309-57B0-4956DE69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Arrays.toString</a:t>
            </a:r>
            <a:r>
              <a:rPr lang="en-US" b="1" dirty="0"/>
              <a:t>()</a:t>
            </a:r>
            <a:r>
              <a:rPr lang="en-US" dirty="0"/>
              <a:t> — Converts an array into a readable string.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Arrays.sort</a:t>
            </a:r>
            <a:r>
              <a:rPr lang="en-US" b="1" dirty="0"/>
              <a:t>()</a:t>
            </a:r>
            <a:r>
              <a:rPr lang="en-US" dirty="0"/>
              <a:t> — Sorts the elements in ascending order.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3A2E7-49C0-F241-A418-E9687A47E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943" y="2258110"/>
            <a:ext cx="8191110" cy="138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260F4-377F-1531-2228-08AF13FBB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301" y="4802235"/>
            <a:ext cx="4949889" cy="12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7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DF53-B9E8-1EE6-F013-07BF7620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7329-E165-91BB-1D24-560C006D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BEA95-BAD1-7C0A-2461-FC8012B46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Arrays.equals</a:t>
            </a:r>
            <a:r>
              <a:rPr lang="en-US" b="1" dirty="0"/>
              <a:t>()- </a:t>
            </a:r>
            <a:r>
              <a:rPr lang="en-US" dirty="0"/>
              <a:t>Checks if two arrays are equal.</a:t>
            </a:r>
            <a:endParaRPr lang="en-US" b="1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78D12-0956-6D95-C54C-10544BAC4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206" y="2492991"/>
            <a:ext cx="5913588" cy="187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5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1766</Words>
  <Application>Microsoft Office PowerPoint</Application>
  <PresentationFormat>Widescreen</PresentationFormat>
  <Paragraphs>163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Operations on Arrays in Java</vt:lpstr>
      <vt:lpstr>Array</vt:lpstr>
      <vt:lpstr>Adding Values</vt:lpstr>
      <vt:lpstr>Removing Values</vt:lpstr>
      <vt:lpstr>Looping Through Arrays</vt:lpstr>
      <vt:lpstr>Common Array Methods</vt:lpstr>
      <vt:lpstr>Common Array Methods</vt:lpstr>
      <vt:lpstr>Common Array Methods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on Arrays in Java</dc:title>
  <dc:subject/>
  <dc:creator>Dhenise Dela Cruz</dc:creator>
  <cp:keywords/>
  <dc:description>generated using python-pptx</dc:description>
  <cp:lastModifiedBy>Dhenise Dela Cruz</cp:lastModifiedBy>
  <cp:revision>5</cp:revision>
  <dcterms:created xsi:type="dcterms:W3CDTF">2013-01-27T09:14:16Z</dcterms:created>
  <dcterms:modified xsi:type="dcterms:W3CDTF">2025-11-27T07:15:49Z</dcterms:modified>
  <cp:category/>
</cp:coreProperties>
</file>